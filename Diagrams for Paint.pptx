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df40d852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df40d852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1690" l="714" r="0" t="1681"/>
          <a:stretch/>
        </p:blipFill>
        <p:spPr>
          <a:xfrm>
            <a:off x="1723725" y="456900"/>
            <a:ext cx="5738050" cy="422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55375" y="55375"/>
            <a:ext cx="2145900" cy="5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Activity Diagram: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Diagram for Tools:</a:t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2850" y="1017725"/>
            <a:ext cx="5318300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